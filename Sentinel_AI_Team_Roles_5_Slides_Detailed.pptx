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02920"/>
            <a:ext cx="10698480" cy="566928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1414"/>
                </a:solidFill>
                <a:latin typeface="Arial"/>
              </a:defRPr>
            </a:pPr>
            <a:r>
              <a:t>Роль: Backend-разработчик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291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5050"/>
                </a:solidFill>
                <a:latin typeface="Arial"/>
              </a:defRPr>
            </a:pPr>
            <a:r>
              <a:t>API, мониторинг и обработка инцидентов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241280" cy="32004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Что реализовано в проекте: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Интеграция с Prometheus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514600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Получение alerts через API, обработка labels и annotations; создание инцидентов без повторов.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9544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Жизненный цикл инцидента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575303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Синхронизация активных и завершённых тревог, повторный анализ и сохранение истории событий.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70248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REST API и авторизация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636008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FastAPI: список, карточка и таймлайн инцидентов; JWT, роли администратора и оператора.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475488"/>
            <a:ext cx="274320" cy="27432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05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02920"/>
            <a:ext cx="10698480" cy="566928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1414"/>
                </a:solidFill>
                <a:latin typeface="Arial"/>
              </a:defRPr>
            </a:pPr>
            <a:r>
              <a:t>Роль: Backend-разработчик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291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5050"/>
                </a:solidFill>
                <a:latin typeface="Arial"/>
              </a:defRPr>
            </a:pPr>
            <a:r>
              <a:t>Хранение данных и бизнес-логика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241280" cy="32004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Что реализовано в проекте: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База данных и сущности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514600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PostgreSQL + pgvector: инциденты, результаты анализа, регламенты, рекомендации и аудит.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9544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Рекомендации по реагированию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575303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Поиск регламентов по текстовому и векторному сходству; сохранение версии плана и его шагов.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70248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Очереди и приоритеты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636008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Redis/Celery для фоновых задач; расчёт P1–P4 по критичности и окружению; ручные чек-листы.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475488"/>
            <a:ext cx="274320" cy="27432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05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02920"/>
            <a:ext cx="10698480" cy="566928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1414"/>
                </a:solidFill>
                <a:latin typeface="Arial"/>
              </a:defRPr>
            </a:pPr>
            <a:r>
              <a:t>Роль: ML-инженер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291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5050"/>
                </a:solidFill>
                <a:latin typeface="Arial"/>
              </a:defRPr>
            </a:pPr>
            <a:r>
              <a:t>Обученная модель, классификация и проверка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241280" cy="32004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Что реализовано в проекте: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Подготовка датасета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468879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745 публичных правил Prometheus; разделение: 553 для обучения, 74 для валидации, 118 для теста.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16936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Обучение классификатора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282696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Локальная TF-IDF + Linear SVM определяет категорию и критичность по названию и описанию.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30752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Рабочее решение и сравнение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096512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Сверка ML с метками Prometheus; показ расхождений с экспертными правилами, проверка инженером.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Оценка результата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910328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На 118 отложенных правилах: категория 67,8%, критичность 80,5%, вместе 55,1% (65/118).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5733288"/>
            <a:ext cx="10744200" cy="10972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0" y="475488"/>
            <a:ext cx="274320" cy="27432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05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02920"/>
            <a:ext cx="10698480" cy="566928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1414"/>
                </a:solidFill>
                <a:latin typeface="Arial"/>
              </a:defRPr>
            </a:pPr>
            <a:r>
              <a:t>Роль: Frontend-разработчик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291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5050"/>
                </a:solidFill>
                <a:latin typeface="Arial"/>
              </a:defRPr>
            </a:pPr>
            <a:r>
              <a:t>Интерфейс оператора 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241280" cy="32004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Что реализовано в проекте: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Основные экраны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468879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React + TypeScript: дашборд, список и фильтры инцидентов, аналитика, симулятор.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16936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Карточка инцидента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282696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Категория, критичность, приоритет, объяснение решения ML и история изменений.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30752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Наглядное сравнение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096512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Два классификатора рядом: подсветка разногласий и показ настроек Prometheus.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Работа с регламентами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910328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Рекомендации с оценкой сходства, принятие плана и интерактивные чек-листы.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475488"/>
            <a:ext cx="274320" cy="27432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05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02920"/>
            <a:ext cx="10698480" cy="566928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1414"/>
                </a:solidFill>
                <a:latin typeface="Arial"/>
              </a:defRPr>
            </a:pPr>
            <a:r>
              <a:t>Роль: DevOps /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291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5050"/>
                </a:solidFill>
                <a:latin typeface="Arial"/>
              </a:defRPr>
            </a:pPr>
            <a:r>
              <a:t>Развёртывание, проверка и воспроизводимость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241280" cy="32004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Что реализовано в проекте: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Запуск одной командой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468879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docker compose up --build -d поднимает 8 сервисов; .env и ручная установка Python не нужны.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16936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Инфраструктура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282696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Docker: Frontend, API, worker, scheduler, PostgreSQL, Redis, Prometheus и exporter.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30752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Автоматические проверки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096512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GitHub Actions: Python-тесты, TypeScript-сборка, ML-оценка и Docker Smoke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10607040" cy="347472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1414"/>
                </a:solidFill>
                <a:latin typeface="Arial"/>
              </a:defRPr>
            </a:pPr>
            <a:r>
              <a:t>•  Проверка готовности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910328"/>
            <a:ext cx="10241280" cy="521207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41414"/>
                </a:solidFill>
                <a:latin typeface="Arial"/>
              </a:defRPr>
            </a:pPr>
            <a:r>
              <a:t>CI проверяет /health/ready, интерфейс на :8080, Prometheus на :9090 и работу локальной модели.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475488"/>
            <a:ext cx="274320" cy="274320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05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423</Words>
  <Application>Microsoft Office PowerPoint</Application>
  <PresentationFormat>Широкоэкранный</PresentationFormat>
  <Paragraphs>56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ARDOR</dc:creator>
  <cp:keywords/>
  <dc:description>generated using python-pptx</dc:description>
  <cp:lastModifiedBy>ARDOR</cp:lastModifiedBy>
  <cp:revision>2</cp:revision>
  <dcterms:created xsi:type="dcterms:W3CDTF">2013-01-27T09:14:16Z</dcterms:created>
  <dcterms:modified xsi:type="dcterms:W3CDTF">2026-10-31T13:40:31Z</dcterms:modified>
  <cp:category/>
</cp:coreProperties>
</file>